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89" r:id="rId7"/>
    <p:sldId id="411" r:id="rId8"/>
    <p:sldId id="412" r:id="rId9"/>
    <p:sldId id="403" r:id="rId10"/>
    <p:sldId id="413" r:id="rId11"/>
    <p:sldId id="414" r:id="rId12"/>
    <p:sldId id="3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0A12A-3C0D-4948-B660-304CD1E42593}" v="53" dt="2026-09-18T12:01:50.985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27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Vaghela" userId="f3ec9f7a82c975aa" providerId="LiveId" clId="{906AEB1D-089E-4CDC-B517-55C63EFD7E63}"/>
    <pc:docChg chg="undo custSel addSld delSld modSld">
      <pc:chgData name="Ankita Vaghela" userId="f3ec9f7a82c975aa" providerId="LiveId" clId="{906AEB1D-089E-4CDC-B517-55C63EFD7E63}" dt="2026-09-18T12:02:25.769" v="1002" actId="207"/>
      <pc:docMkLst>
        <pc:docMk/>
      </pc:docMkLst>
      <pc:sldChg chg="addSp delSp modSp mod">
        <pc:chgData name="Ankita Vaghela" userId="f3ec9f7a82c975aa" providerId="LiveId" clId="{906AEB1D-089E-4CDC-B517-55C63EFD7E63}" dt="2026-09-18T11:10:47.341" v="258" actId="207"/>
        <pc:sldMkLst>
          <pc:docMk/>
          <pc:sldMk cId="1440871986" sldId="389"/>
        </pc:sldMkLst>
        <pc:spChg chg="del">
          <ac:chgData name="Ankita Vaghela" userId="f3ec9f7a82c975aa" providerId="LiveId" clId="{906AEB1D-089E-4CDC-B517-55C63EFD7E63}" dt="2026-09-18T10:44:24.300" v="69" actId="478"/>
          <ac:spMkLst>
            <pc:docMk/>
            <pc:sldMk cId="1440871986" sldId="389"/>
            <ac:spMk id="2" creationId="{65B8CE60-587E-1D5C-8B50-ED3441BA49CE}"/>
          </ac:spMkLst>
        </pc:spChg>
        <pc:spChg chg="del">
          <ac:chgData name="Ankita Vaghela" userId="f3ec9f7a82c975aa" providerId="LiveId" clId="{906AEB1D-089E-4CDC-B517-55C63EFD7E63}" dt="2026-09-18T10:44:36.204" v="71" actId="478"/>
          <ac:spMkLst>
            <pc:docMk/>
            <pc:sldMk cId="1440871986" sldId="389"/>
            <ac:spMk id="3" creationId="{0E02AE9C-BA1D-195E-3B93-A5A0CC03D8F3}"/>
          </ac:spMkLst>
        </pc:spChg>
        <pc:spChg chg="add del mod">
          <ac:chgData name="Ankita Vaghela" userId="f3ec9f7a82c975aa" providerId="LiveId" clId="{906AEB1D-089E-4CDC-B517-55C63EFD7E63}" dt="2026-09-18T10:42:30.782" v="53" actId="478"/>
          <ac:spMkLst>
            <pc:docMk/>
            <pc:sldMk cId="1440871986" sldId="389"/>
            <ac:spMk id="6" creationId="{C1E0AFEC-0DAD-17AA-9423-586334E4076E}"/>
          </ac:spMkLst>
        </pc:spChg>
        <pc:spChg chg="add del mod">
          <ac:chgData name="Ankita Vaghela" userId="f3ec9f7a82c975aa" providerId="LiveId" clId="{906AEB1D-089E-4CDC-B517-55C63EFD7E63}" dt="2026-09-18T10:44:31.497" v="70" actId="478"/>
          <ac:spMkLst>
            <pc:docMk/>
            <pc:sldMk cId="1440871986" sldId="389"/>
            <ac:spMk id="9" creationId="{23AF672B-6F38-3FB2-3E2C-C33A1A8C8C47}"/>
          </ac:spMkLst>
        </pc:spChg>
        <pc:spChg chg="add del mod">
          <ac:chgData name="Ankita Vaghela" userId="f3ec9f7a82c975aa" providerId="LiveId" clId="{906AEB1D-089E-4CDC-B517-55C63EFD7E63}" dt="2026-09-18T10:44:40.450" v="72" actId="478"/>
          <ac:spMkLst>
            <pc:docMk/>
            <pc:sldMk cId="1440871986" sldId="389"/>
            <ac:spMk id="11" creationId="{9E0720E5-2076-AC46-250E-3A9E9A4611E8}"/>
          </ac:spMkLst>
        </pc:spChg>
        <pc:spChg chg="add del mod">
          <ac:chgData name="Ankita Vaghela" userId="f3ec9f7a82c975aa" providerId="LiveId" clId="{906AEB1D-089E-4CDC-B517-55C63EFD7E63}" dt="2026-09-18T10:55:34.489" v="94" actId="478"/>
          <ac:spMkLst>
            <pc:docMk/>
            <pc:sldMk cId="1440871986" sldId="389"/>
            <ac:spMk id="15" creationId="{8ECFA377-AFDD-5C4B-74CD-5EAB52470798}"/>
          </ac:spMkLst>
        </pc:spChg>
        <pc:spChg chg="add del mod">
          <ac:chgData name="Ankita Vaghela" userId="f3ec9f7a82c975aa" providerId="LiveId" clId="{906AEB1D-089E-4CDC-B517-55C63EFD7E63}" dt="2026-09-18T10:56:14.431" v="105"/>
          <ac:spMkLst>
            <pc:docMk/>
            <pc:sldMk cId="1440871986" sldId="389"/>
            <ac:spMk id="16" creationId="{AF15B6AE-3C10-0084-D5EE-90BF806ABAA9}"/>
          </ac:spMkLst>
        </pc:spChg>
        <pc:spChg chg="add del mod">
          <ac:chgData name="Ankita Vaghela" userId="f3ec9f7a82c975aa" providerId="LiveId" clId="{906AEB1D-089E-4CDC-B517-55C63EFD7E63}" dt="2026-09-18T10:56:14.431" v="107"/>
          <ac:spMkLst>
            <pc:docMk/>
            <pc:sldMk cId="1440871986" sldId="389"/>
            <ac:spMk id="17" creationId="{D0430A45-F754-2414-E117-667A600AA581}"/>
          </ac:spMkLst>
        </pc:spChg>
        <pc:spChg chg="add mod">
          <ac:chgData name="Ankita Vaghela" userId="f3ec9f7a82c975aa" providerId="LiveId" clId="{906AEB1D-089E-4CDC-B517-55C63EFD7E63}" dt="2026-09-18T11:06:24.560" v="214" actId="207"/>
          <ac:spMkLst>
            <pc:docMk/>
            <pc:sldMk cId="1440871986" sldId="389"/>
            <ac:spMk id="18" creationId="{A72EC266-2AEF-860B-777A-A814429D2C48}"/>
          </ac:spMkLst>
        </pc:spChg>
        <pc:spChg chg="add mod">
          <ac:chgData name="Ankita Vaghela" userId="f3ec9f7a82c975aa" providerId="LiveId" clId="{906AEB1D-089E-4CDC-B517-55C63EFD7E63}" dt="2026-09-18T11:10:47.341" v="258" actId="207"/>
          <ac:spMkLst>
            <pc:docMk/>
            <pc:sldMk cId="1440871986" sldId="389"/>
            <ac:spMk id="19" creationId="{CC62A590-3DE8-3D06-12E1-48E571A7CE1F}"/>
          </ac:spMkLst>
        </pc:spChg>
        <pc:picChg chg="add mod">
          <ac:chgData name="Ankita Vaghela" userId="f3ec9f7a82c975aa" providerId="LiveId" clId="{906AEB1D-089E-4CDC-B517-55C63EFD7E63}" dt="2026-09-18T10:55:50.529" v="100" actId="1076"/>
          <ac:picMkLst>
            <pc:docMk/>
            <pc:sldMk cId="1440871986" sldId="389"/>
            <ac:picMk id="4" creationId="{74A0737D-5617-1059-269E-10F2833768C8}"/>
          </ac:picMkLst>
        </pc:picChg>
        <pc:picChg chg="add del mod">
          <ac:chgData name="Ankita Vaghela" userId="f3ec9f7a82c975aa" providerId="LiveId" clId="{906AEB1D-089E-4CDC-B517-55C63EFD7E63}" dt="2026-09-18T10:55:08.884" v="89" actId="478"/>
          <ac:picMkLst>
            <pc:docMk/>
            <pc:sldMk cId="1440871986" sldId="389"/>
            <ac:picMk id="7" creationId="{42420387-2789-E3D4-B9EC-BD2C6557D692}"/>
          </ac:picMkLst>
        </pc:picChg>
        <pc:picChg chg="add del">
          <ac:chgData name="Ankita Vaghela" userId="f3ec9f7a82c975aa" providerId="LiveId" clId="{906AEB1D-089E-4CDC-B517-55C63EFD7E63}" dt="2026-09-18T10:55:30.419" v="93" actId="478"/>
          <ac:picMkLst>
            <pc:docMk/>
            <pc:sldMk cId="1440871986" sldId="389"/>
            <ac:picMk id="12" creationId="{7D5BDB53-9169-3BBC-9362-0539514AC7DD}"/>
          </ac:picMkLst>
        </pc:picChg>
        <pc:picChg chg="add del">
          <ac:chgData name="Ankita Vaghela" userId="f3ec9f7a82c975aa" providerId="LiveId" clId="{906AEB1D-089E-4CDC-B517-55C63EFD7E63}" dt="2026-09-18T10:54:12.757" v="78" actId="22"/>
          <ac:picMkLst>
            <pc:docMk/>
            <pc:sldMk cId="1440871986" sldId="389"/>
            <ac:picMk id="13" creationId="{FDB23D09-628F-6344-BE8A-219EDC1CA337}"/>
          </ac:picMkLst>
        </pc:picChg>
      </pc:sldChg>
      <pc:sldChg chg="del">
        <pc:chgData name="Ankita Vaghela" userId="f3ec9f7a82c975aa" providerId="LiveId" clId="{906AEB1D-089E-4CDC-B517-55C63EFD7E63}" dt="2026-09-18T11:37:38.715" v="582" actId="2696"/>
        <pc:sldMkLst>
          <pc:docMk/>
          <pc:sldMk cId="3200312026" sldId="391"/>
        </pc:sldMkLst>
      </pc:sldChg>
      <pc:sldChg chg="del">
        <pc:chgData name="Ankita Vaghela" userId="f3ec9f7a82c975aa" providerId="LiveId" clId="{906AEB1D-089E-4CDC-B517-55C63EFD7E63}" dt="2026-09-18T11:37:45.168" v="583" actId="2696"/>
        <pc:sldMkLst>
          <pc:docMk/>
          <pc:sldMk cId="2039059756" sldId="397"/>
        </pc:sldMkLst>
      </pc:sldChg>
      <pc:sldChg chg="addSp delSp modSp mod">
        <pc:chgData name="Ankita Vaghela" userId="f3ec9f7a82c975aa" providerId="LiveId" clId="{906AEB1D-089E-4CDC-B517-55C63EFD7E63}" dt="2026-09-18T12:02:25.769" v="1002" actId="207"/>
        <pc:sldMkLst>
          <pc:docMk/>
          <pc:sldMk cId="4261132419" sldId="398"/>
        </pc:sldMkLst>
        <pc:spChg chg="mod">
          <ac:chgData name="Ankita Vaghela" userId="f3ec9f7a82c975aa" providerId="LiveId" clId="{906AEB1D-089E-4CDC-B517-55C63EFD7E63}" dt="2026-09-18T12:01:07.557" v="991" actId="207"/>
          <ac:spMkLst>
            <pc:docMk/>
            <pc:sldMk cId="4261132419" sldId="398"/>
            <ac:spMk id="2" creationId="{F810C1B7-6E4E-3DEE-50C0-1CA3B14303EE}"/>
          </ac:spMkLst>
        </pc:spChg>
        <pc:spChg chg="mod">
          <ac:chgData name="Ankita Vaghela" userId="f3ec9f7a82c975aa" providerId="LiveId" clId="{906AEB1D-089E-4CDC-B517-55C63EFD7E63}" dt="2026-09-18T12:02:25.769" v="1002" actId="207"/>
          <ac:spMkLst>
            <pc:docMk/>
            <pc:sldMk cId="4261132419" sldId="398"/>
            <ac:spMk id="3" creationId="{8BE734F0-2DDD-AF70-F13D-F9E4C1929411}"/>
          </ac:spMkLst>
        </pc:spChg>
        <pc:spChg chg="add">
          <ac:chgData name="Ankita Vaghela" userId="f3ec9f7a82c975aa" providerId="LiveId" clId="{906AEB1D-089E-4CDC-B517-55C63EFD7E63}" dt="2026-09-18T11:58:58.505" v="980"/>
          <ac:spMkLst>
            <pc:docMk/>
            <pc:sldMk cId="4261132419" sldId="398"/>
            <ac:spMk id="4" creationId="{BEDBDBFC-0397-D561-C70D-87078431810B}"/>
          </ac:spMkLst>
        </pc:spChg>
        <pc:spChg chg="add">
          <ac:chgData name="Ankita Vaghela" userId="f3ec9f7a82c975aa" providerId="LiveId" clId="{906AEB1D-089E-4CDC-B517-55C63EFD7E63}" dt="2026-09-18T11:58:58.505" v="980"/>
          <ac:spMkLst>
            <pc:docMk/>
            <pc:sldMk cId="4261132419" sldId="398"/>
            <ac:spMk id="5" creationId="{41BBEA47-D505-E818-BDA5-7741DF9E2BEF}"/>
          </ac:spMkLst>
        </pc:spChg>
        <pc:spChg chg="add">
          <ac:chgData name="Ankita Vaghela" userId="f3ec9f7a82c975aa" providerId="LiveId" clId="{906AEB1D-089E-4CDC-B517-55C63EFD7E63}" dt="2026-09-18T11:59:05.782" v="981"/>
          <ac:spMkLst>
            <pc:docMk/>
            <pc:sldMk cId="4261132419" sldId="398"/>
            <ac:spMk id="6" creationId="{0C54F98F-2227-CD3C-B29D-4B2BC7046F69}"/>
          </ac:spMkLst>
        </pc:spChg>
        <pc:spChg chg="add">
          <ac:chgData name="Ankita Vaghela" userId="f3ec9f7a82c975aa" providerId="LiveId" clId="{906AEB1D-089E-4CDC-B517-55C63EFD7E63}" dt="2026-09-18T11:59:05.782" v="981"/>
          <ac:spMkLst>
            <pc:docMk/>
            <pc:sldMk cId="4261132419" sldId="398"/>
            <ac:spMk id="7" creationId="{CCEC2A2F-71A6-A27E-0308-4BA57BF64253}"/>
          </ac:spMkLst>
        </pc:spChg>
        <pc:spChg chg="add del mod">
          <ac:chgData name="Ankita Vaghela" userId="f3ec9f7a82c975aa" providerId="LiveId" clId="{906AEB1D-089E-4CDC-B517-55C63EFD7E63}" dt="2026-09-18T11:59:24.849" v="984" actId="478"/>
          <ac:spMkLst>
            <pc:docMk/>
            <pc:sldMk cId="4261132419" sldId="398"/>
            <ac:spMk id="8" creationId="{FCA07E5A-6EFD-18B5-208E-AADF52CE9324}"/>
          </ac:spMkLst>
        </pc:spChg>
        <pc:spChg chg="add del mod">
          <ac:chgData name="Ankita Vaghela" userId="f3ec9f7a82c975aa" providerId="LiveId" clId="{906AEB1D-089E-4CDC-B517-55C63EFD7E63}" dt="2026-09-18T11:59:24.849" v="984" actId="478"/>
          <ac:spMkLst>
            <pc:docMk/>
            <pc:sldMk cId="4261132419" sldId="398"/>
            <ac:spMk id="9" creationId="{C4D41239-3172-6861-24C4-06EBE4539E3A}"/>
          </ac:spMkLst>
        </pc:spChg>
        <pc:spChg chg="add">
          <ac:chgData name="Ankita Vaghela" userId="f3ec9f7a82c975aa" providerId="LiveId" clId="{906AEB1D-089E-4CDC-B517-55C63EFD7E63}" dt="2026-09-18T11:59:28.941" v="986"/>
          <ac:spMkLst>
            <pc:docMk/>
            <pc:sldMk cId="4261132419" sldId="398"/>
            <ac:spMk id="10" creationId="{D39A9984-91B4-DBED-CC15-E5A37389EC9D}"/>
          </ac:spMkLst>
        </pc:spChg>
        <pc:spChg chg="add">
          <ac:chgData name="Ankita Vaghela" userId="f3ec9f7a82c975aa" providerId="LiveId" clId="{906AEB1D-089E-4CDC-B517-55C63EFD7E63}" dt="2026-09-18T11:59:28.941" v="986"/>
          <ac:spMkLst>
            <pc:docMk/>
            <pc:sldMk cId="4261132419" sldId="398"/>
            <ac:spMk id="11" creationId="{08F8FA2F-1416-09AA-3143-3D4E0905081D}"/>
          </ac:spMkLst>
        </pc:spChg>
        <pc:picChg chg="add">
          <ac:chgData name="Ankita Vaghela" userId="f3ec9f7a82c975aa" providerId="LiveId" clId="{906AEB1D-089E-4CDC-B517-55C63EFD7E63}" dt="2026-09-18T11:58:58.505" v="980"/>
          <ac:picMkLst>
            <pc:docMk/>
            <pc:sldMk cId="4261132419" sldId="398"/>
            <ac:picMk id="1025" creationId="{1659EAAE-4063-1B75-8D86-5F05EFD3ABCD}"/>
          </ac:picMkLst>
        </pc:picChg>
        <pc:picChg chg="add">
          <ac:chgData name="Ankita Vaghela" userId="f3ec9f7a82c975aa" providerId="LiveId" clId="{906AEB1D-089E-4CDC-B517-55C63EFD7E63}" dt="2026-09-18T11:59:05.782" v="981"/>
          <ac:picMkLst>
            <pc:docMk/>
            <pc:sldMk cId="4261132419" sldId="398"/>
            <ac:picMk id="1028" creationId="{69C9BC87-E406-EBA0-085D-D6F56C052F8A}"/>
          </ac:picMkLst>
        </pc:picChg>
        <pc:picChg chg="add del mod">
          <ac:chgData name="Ankita Vaghela" userId="f3ec9f7a82c975aa" providerId="LiveId" clId="{906AEB1D-089E-4CDC-B517-55C63EFD7E63}" dt="2026-09-18T11:59:24.849" v="984" actId="478"/>
          <ac:picMkLst>
            <pc:docMk/>
            <pc:sldMk cId="4261132419" sldId="398"/>
            <ac:picMk id="1031" creationId="{5B373399-F7E3-F60B-E1FD-8CCE91073DDF}"/>
          </ac:picMkLst>
        </pc:picChg>
        <pc:picChg chg="add">
          <ac:chgData name="Ankita Vaghela" userId="f3ec9f7a82c975aa" providerId="LiveId" clId="{906AEB1D-089E-4CDC-B517-55C63EFD7E63}" dt="2026-09-18T11:59:28.941" v="986"/>
          <ac:picMkLst>
            <pc:docMk/>
            <pc:sldMk cId="4261132419" sldId="398"/>
            <ac:picMk id="1034" creationId="{36C66516-327C-E81D-FDCB-086F9E5B7186}"/>
          </ac:picMkLst>
        </pc:picChg>
      </pc:sldChg>
      <pc:sldChg chg="addSp delSp modSp mod">
        <pc:chgData name="Ankita Vaghela" userId="f3ec9f7a82c975aa" providerId="LiveId" clId="{906AEB1D-089E-4CDC-B517-55C63EFD7E63}" dt="2026-09-18T11:37:05.743" v="579" actId="14734"/>
        <pc:sldMkLst>
          <pc:docMk/>
          <pc:sldMk cId="752428618" sldId="403"/>
        </pc:sldMkLst>
        <pc:spChg chg="mod">
          <ac:chgData name="Ankita Vaghela" userId="f3ec9f7a82c975aa" providerId="LiveId" clId="{906AEB1D-089E-4CDC-B517-55C63EFD7E63}" dt="2026-09-18T11:33:15.121" v="384" actId="207"/>
          <ac:spMkLst>
            <pc:docMk/>
            <pc:sldMk cId="752428618" sldId="403"/>
            <ac:spMk id="3" creationId="{C7AB9C34-2B13-E66F-1053-2BA156F89425}"/>
          </ac:spMkLst>
        </pc:spChg>
        <pc:spChg chg="add del mod">
          <ac:chgData name="Ankita Vaghela" userId="f3ec9f7a82c975aa" providerId="LiveId" clId="{906AEB1D-089E-4CDC-B517-55C63EFD7E63}" dt="2026-09-18T11:31:43.698" v="361" actId="3680"/>
          <ac:spMkLst>
            <pc:docMk/>
            <pc:sldMk cId="752428618" sldId="403"/>
            <ac:spMk id="5" creationId="{BC2AF48E-D617-9ECE-92C1-5E3D7148FBCE}"/>
          </ac:spMkLst>
        </pc:spChg>
        <pc:spChg chg="add del mod">
          <ac:chgData name="Ankita Vaghela" userId="f3ec9f7a82c975aa" providerId="LiveId" clId="{906AEB1D-089E-4CDC-B517-55C63EFD7E63}" dt="2026-09-18T11:32:06.864" v="368"/>
          <ac:spMkLst>
            <pc:docMk/>
            <pc:sldMk cId="752428618" sldId="403"/>
            <ac:spMk id="8" creationId="{2C64C932-9EA8-707D-B322-256B7B3548DF}"/>
          </ac:spMkLst>
        </pc:spChg>
        <pc:spChg chg="add del mod">
          <ac:chgData name="Ankita Vaghela" userId="f3ec9f7a82c975aa" providerId="LiveId" clId="{906AEB1D-089E-4CDC-B517-55C63EFD7E63}" dt="2026-09-18T11:36:41.202" v="577" actId="478"/>
          <ac:spMkLst>
            <pc:docMk/>
            <pc:sldMk cId="752428618" sldId="403"/>
            <ac:spMk id="10" creationId="{698035D6-8BFB-7B03-96FF-DCC11C68C26E}"/>
          </ac:spMkLst>
        </pc:spChg>
        <pc:graphicFrameChg chg="del">
          <ac:chgData name="Ankita Vaghela" userId="f3ec9f7a82c975aa" providerId="LiveId" clId="{906AEB1D-089E-4CDC-B517-55C63EFD7E63}" dt="2026-09-18T11:31:00.808" v="360" actId="478"/>
          <ac:graphicFrameMkLst>
            <pc:docMk/>
            <pc:sldMk cId="752428618" sldId="403"/>
            <ac:graphicFrameMk id="4" creationId="{4D1FB21E-CCFB-8E64-064C-DB8195F86847}"/>
          </ac:graphicFrameMkLst>
        </pc:graphicFrameChg>
        <pc:graphicFrameChg chg="add mod ord modGraphic">
          <ac:chgData name="Ankita Vaghela" userId="f3ec9f7a82c975aa" providerId="LiveId" clId="{906AEB1D-089E-4CDC-B517-55C63EFD7E63}" dt="2026-09-18T11:37:05.743" v="579" actId="14734"/>
          <ac:graphicFrameMkLst>
            <pc:docMk/>
            <pc:sldMk cId="752428618" sldId="403"/>
            <ac:graphicFrameMk id="6" creationId="{E0EDB9DB-BEA3-C4D1-3778-042C97688DB3}"/>
          </ac:graphicFrameMkLst>
        </pc:graphicFrameChg>
      </pc:sldChg>
      <pc:sldChg chg="del">
        <pc:chgData name="Ankita Vaghela" userId="f3ec9f7a82c975aa" providerId="LiveId" clId="{906AEB1D-089E-4CDC-B517-55C63EFD7E63}" dt="2026-09-18T11:38:06.306" v="586" actId="2696"/>
        <pc:sldMkLst>
          <pc:docMk/>
          <pc:sldMk cId="1850768898" sldId="404"/>
        </pc:sldMkLst>
      </pc:sldChg>
      <pc:sldChg chg="del">
        <pc:chgData name="Ankita Vaghela" userId="f3ec9f7a82c975aa" providerId="LiveId" clId="{906AEB1D-089E-4CDC-B517-55C63EFD7E63}" dt="2026-09-18T11:37:26.878" v="580" actId="2696"/>
        <pc:sldMkLst>
          <pc:docMk/>
          <pc:sldMk cId="4127695141" sldId="405"/>
        </pc:sldMkLst>
      </pc:sldChg>
      <pc:sldChg chg="del">
        <pc:chgData name="Ankita Vaghela" userId="f3ec9f7a82c975aa" providerId="LiveId" clId="{906AEB1D-089E-4CDC-B517-55C63EFD7E63}" dt="2026-09-18T11:38:00.617" v="585" actId="2696"/>
        <pc:sldMkLst>
          <pc:docMk/>
          <pc:sldMk cId="298364507" sldId="406"/>
        </pc:sldMkLst>
      </pc:sldChg>
      <pc:sldChg chg="del">
        <pc:chgData name="Ankita Vaghela" userId="f3ec9f7a82c975aa" providerId="LiveId" clId="{906AEB1D-089E-4CDC-B517-55C63EFD7E63}" dt="2026-09-18T11:37:54.762" v="584" actId="2696"/>
        <pc:sldMkLst>
          <pc:docMk/>
          <pc:sldMk cId="3088225330" sldId="407"/>
        </pc:sldMkLst>
      </pc:sldChg>
      <pc:sldChg chg="del">
        <pc:chgData name="Ankita Vaghela" userId="f3ec9f7a82c975aa" providerId="LiveId" clId="{906AEB1D-089E-4CDC-B517-55C63EFD7E63}" dt="2026-09-18T11:37:33.827" v="581" actId="2696"/>
        <pc:sldMkLst>
          <pc:docMk/>
          <pc:sldMk cId="888484295" sldId="408"/>
        </pc:sldMkLst>
      </pc:sldChg>
      <pc:sldChg chg="addSp delSp modSp del mod">
        <pc:chgData name="Ankita Vaghela" userId="f3ec9f7a82c975aa" providerId="LiveId" clId="{906AEB1D-089E-4CDC-B517-55C63EFD7E63}" dt="2026-09-18T10:41:38.977" v="43" actId="2696"/>
        <pc:sldMkLst>
          <pc:docMk/>
          <pc:sldMk cId="2249372667" sldId="409"/>
        </pc:sldMkLst>
        <pc:spChg chg="add del mod">
          <ac:chgData name="Ankita Vaghela" userId="f3ec9f7a82c975aa" providerId="LiveId" clId="{906AEB1D-089E-4CDC-B517-55C63EFD7E63}" dt="2026-09-18T10:41:13.863" v="37" actId="478"/>
          <ac:spMkLst>
            <pc:docMk/>
            <pc:sldMk cId="2249372667" sldId="409"/>
            <ac:spMk id="5" creationId="{14AC6809-210D-481F-7417-0C514A5815CE}"/>
          </ac:spMkLst>
        </pc:spChg>
        <pc:spChg chg="add del mod">
          <ac:chgData name="Ankita Vaghela" userId="f3ec9f7a82c975aa" providerId="LiveId" clId="{906AEB1D-089E-4CDC-B517-55C63EFD7E63}" dt="2026-09-18T10:41:23.851" v="42" actId="478"/>
          <ac:spMkLst>
            <pc:docMk/>
            <pc:sldMk cId="2249372667" sldId="409"/>
            <ac:spMk id="7" creationId="{5DD59041-EFB8-ECD9-EFC8-8AC7BE458F40}"/>
          </ac:spMkLst>
        </pc:spChg>
        <pc:picChg chg="add del mod">
          <ac:chgData name="Ankita Vaghela" userId="f3ec9f7a82c975aa" providerId="LiveId" clId="{906AEB1D-089E-4CDC-B517-55C63EFD7E63}" dt="2026-09-18T10:41:15.100" v="38" actId="22"/>
          <ac:picMkLst>
            <pc:docMk/>
            <pc:sldMk cId="2249372667" sldId="409"/>
            <ac:picMk id="2" creationId="{F51ACF7D-8540-BFF9-16F6-9EBBD6628659}"/>
          </ac:picMkLst>
        </pc:picChg>
        <pc:picChg chg="add del">
          <ac:chgData name="Ankita Vaghela" userId="f3ec9f7a82c975aa" providerId="LiveId" clId="{906AEB1D-089E-4CDC-B517-55C63EFD7E63}" dt="2026-09-18T10:41:23.851" v="42" actId="478"/>
          <ac:picMkLst>
            <pc:docMk/>
            <pc:sldMk cId="2249372667" sldId="409"/>
            <ac:picMk id="11" creationId="{8DB431A1-9806-9CFE-0E5F-1A5611C2A666}"/>
          </ac:picMkLst>
        </pc:picChg>
      </pc:sldChg>
      <pc:sldChg chg="modSp mod">
        <pc:chgData name="Ankita Vaghela" userId="f3ec9f7a82c975aa" providerId="LiveId" clId="{906AEB1D-089E-4CDC-B517-55C63EFD7E63}" dt="2026-09-18T10:35:26.861" v="13" actId="20577"/>
        <pc:sldMkLst>
          <pc:docMk/>
          <pc:sldMk cId="3390304222" sldId="410"/>
        </pc:sldMkLst>
        <pc:spChg chg="mod">
          <ac:chgData name="Ankita Vaghela" userId="f3ec9f7a82c975aa" providerId="LiveId" clId="{906AEB1D-089E-4CDC-B517-55C63EFD7E63}" dt="2026-09-18T10:34:17.113" v="0" actId="207"/>
          <ac:spMkLst>
            <pc:docMk/>
            <pc:sldMk cId="3390304222" sldId="410"/>
            <ac:spMk id="2" creationId="{7AB1D9D6-2977-ABCD-FDF8-51AFA5064E54}"/>
          </ac:spMkLst>
        </pc:spChg>
        <pc:spChg chg="mod">
          <ac:chgData name="Ankita Vaghela" userId="f3ec9f7a82c975aa" providerId="LiveId" clId="{906AEB1D-089E-4CDC-B517-55C63EFD7E63}" dt="2026-09-18T10:34:24.947" v="2" actId="207"/>
          <ac:spMkLst>
            <pc:docMk/>
            <pc:sldMk cId="3390304222" sldId="410"/>
            <ac:spMk id="3" creationId="{68EB6D99-CE2B-B307-19C4-3AEDDF5429AE}"/>
          </ac:spMkLst>
        </pc:spChg>
        <pc:spChg chg="mod">
          <ac:chgData name="Ankita Vaghela" userId="f3ec9f7a82c975aa" providerId="LiveId" clId="{906AEB1D-089E-4CDC-B517-55C63EFD7E63}" dt="2026-09-18T10:35:26.861" v="13" actId="20577"/>
          <ac:spMkLst>
            <pc:docMk/>
            <pc:sldMk cId="3390304222" sldId="410"/>
            <ac:spMk id="5" creationId="{9CA4F26D-CBC4-58D1-430F-306EAA669854}"/>
          </ac:spMkLst>
        </pc:spChg>
      </pc:sldChg>
      <pc:sldChg chg="addSp delSp modSp add mod">
        <pc:chgData name="Ankita Vaghela" userId="f3ec9f7a82c975aa" providerId="LiveId" clId="{906AEB1D-089E-4CDC-B517-55C63EFD7E63}" dt="2026-09-18T11:19:02.922" v="322" actId="14100"/>
        <pc:sldMkLst>
          <pc:docMk/>
          <pc:sldMk cId="1452529468" sldId="411"/>
        </pc:sldMkLst>
        <pc:spChg chg="add del mod">
          <ac:chgData name="Ankita Vaghela" userId="f3ec9f7a82c975aa" providerId="LiveId" clId="{906AEB1D-089E-4CDC-B517-55C63EFD7E63}" dt="2026-09-18T10:56:24.133" v="110" actId="478"/>
          <ac:spMkLst>
            <pc:docMk/>
            <pc:sldMk cId="1452529468" sldId="411"/>
            <ac:spMk id="3" creationId="{88EDD8DE-BFF2-04EF-14C6-7545EBE82E7F}"/>
          </ac:spMkLst>
        </pc:spChg>
        <pc:spChg chg="add mod">
          <ac:chgData name="Ankita Vaghela" userId="f3ec9f7a82c975aa" providerId="LiveId" clId="{906AEB1D-089E-4CDC-B517-55C63EFD7E63}" dt="2026-09-18T11:18:56.353" v="321" actId="207"/>
          <ac:spMkLst>
            <pc:docMk/>
            <pc:sldMk cId="1452529468" sldId="411"/>
            <ac:spMk id="5" creationId="{F5CAFFB5-F6B7-F48B-87AD-08C54C444006}"/>
          </ac:spMkLst>
        </pc:spChg>
        <pc:spChg chg="add mod">
          <ac:chgData name="Ankita Vaghela" userId="f3ec9f7a82c975aa" providerId="LiveId" clId="{906AEB1D-089E-4CDC-B517-55C63EFD7E63}" dt="2026-09-18T11:18:39.647" v="320" actId="255"/>
          <ac:spMkLst>
            <pc:docMk/>
            <pc:sldMk cId="1452529468" sldId="411"/>
            <ac:spMk id="6" creationId="{0F14CB45-3DEA-716E-4679-AA92FAD2D04D}"/>
          </ac:spMkLst>
        </pc:spChg>
        <pc:picChg chg="del">
          <ac:chgData name="Ankita Vaghela" userId="f3ec9f7a82c975aa" providerId="LiveId" clId="{906AEB1D-089E-4CDC-B517-55C63EFD7E63}" dt="2026-09-18T10:54:39.169" v="80" actId="478"/>
          <ac:picMkLst>
            <pc:docMk/>
            <pc:sldMk cId="1452529468" sldId="411"/>
            <ac:picMk id="4" creationId="{47CB3CE7-C913-DDCA-22EE-F55020698466}"/>
          </ac:picMkLst>
        </pc:picChg>
        <pc:picChg chg="mod">
          <ac:chgData name="Ankita Vaghela" userId="f3ec9f7a82c975aa" providerId="LiveId" clId="{906AEB1D-089E-4CDC-B517-55C63EFD7E63}" dt="2026-09-18T11:19:02.922" v="322" actId="14100"/>
          <ac:picMkLst>
            <pc:docMk/>
            <pc:sldMk cId="1452529468" sldId="411"/>
            <ac:picMk id="7" creationId="{49691C97-FA9E-059A-F540-26EAE4BA39CF}"/>
          </ac:picMkLst>
        </pc:picChg>
        <pc:picChg chg="del">
          <ac:chgData name="Ankita Vaghela" userId="f3ec9f7a82c975aa" providerId="LiveId" clId="{906AEB1D-089E-4CDC-B517-55C63EFD7E63}" dt="2026-09-18T10:56:21.378" v="109" actId="478"/>
          <ac:picMkLst>
            <pc:docMk/>
            <pc:sldMk cId="1452529468" sldId="411"/>
            <ac:picMk id="12" creationId="{FC9DCBAE-495C-65AA-C9EE-365A0FA71D11}"/>
          </ac:picMkLst>
        </pc:picChg>
      </pc:sldChg>
      <pc:sldChg chg="addSp delSp modSp add mod">
        <pc:chgData name="Ankita Vaghela" userId="f3ec9f7a82c975aa" providerId="LiveId" clId="{906AEB1D-089E-4CDC-B517-55C63EFD7E63}" dt="2026-09-18T11:27:15.200" v="357" actId="207"/>
        <pc:sldMkLst>
          <pc:docMk/>
          <pc:sldMk cId="3747405422" sldId="412"/>
        </pc:sldMkLst>
        <pc:spChg chg="add mod">
          <ac:chgData name="Ankita Vaghela" userId="f3ec9f7a82c975aa" providerId="LiveId" clId="{906AEB1D-089E-4CDC-B517-55C63EFD7E63}" dt="2026-09-18T11:27:15.200" v="357" actId="207"/>
          <ac:spMkLst>
            <pc:docMk/>
            <pc:sldMk cId="3747405422" sldId="412"/>
            <ac:spMk id="4" creationId="{4D3A6A0C-48E1-2B8B-1AD4-4246E85A8F73}"/>
          </ac:spMkLst>
        </pc:spChg>
        <pc:spChg chg="add mod">
          <ac:chgData name="Ankita Vaghela" userId="f3ec9f7a82c975aa" providerId="LiveId" clId="{906AEB1D-089E-4CDC-B517-55C63EFD7E63}" dt="2026-09-18T11:26:44.836" v="356" actId="207"/>
          <ac:spMkLst>
            <pc:docMk/>
            <pc:sldMk cId="3747405422" sldId="412"/>
            <ac:spMk id="6" creationId="{456F511D-59E8-DA88-7697-B60E0C0DE01B}"/>
          </ac:spMkLst>
        </pc:spChg>
        <pc:picChg chg="add del mod">
          <ac:chgData name="Ankita Vaghela" userId="f3ec9f7a82c975aa" providerId="LiveId" clId="{906AEB1D-089E-4CDC-B517-55C63EFD7E63}" dt="2026-09-18T11:23:06.283" v="323" actId="478"/>
          <ac:picMkLst>
            <pc:docMk/>
            <pc:sldMk cId="3747405422" sldId="412"/>
            <ac:picMk id="2" creationId="{7B59C92A-299A-9B34-D4DC-03A08CC122D1}"/>
          </ac:picMkLst>
        </pc:picChg>
        <pc:picChg chg="add mod">
          <ac:chgData name="Ankita Vaghela" userId="f3ec9f7a82c975aa" providerId="LiveId" clId="{906AEB1D-089E-4CDC-B517-55C63EFD7E63}" dt="2026-09-18T11:25:54.690" v="347" actId="1076"/>
          <ac:picMkLst>
            <pc:docMk/>
            <pc:sldMk cId="3747405422" sldId="412"/>
            <ac:picMk id="3" creationId="{C09CE360-F14D-4127-5F39-14E01B4A9F13}"/>
          </ac:picMkLst>
        </pc:picChg>
        <pc:picChg chg="del">
          <ac:chgData name="Ankita Vaghela" userId="f3ec9f7a82c975aa" providerId="LiveId" clId="{906AEB1D-089E-4CDC-B517-55C63EFD7E63}" dt="2026-09-18T10:57:21.451" v="120" actId="478"/>
          <ac:picMkLst>
            <pc:docMk/>
            <pc:sldMk cId="3747405422" sldId="412"/>
            <ac:picMk id="7" creationId="{00959782-997D-BEFC-477B-F7BCB647C19E}"/>
          </ac:picMkLst>
        </pc:picChg>
      </pc:sldChg>
      <pc:sldChg chg="modSp new mod">
        <pc:chgData name="Ankita Vaghela" userId="f3ec9f7a82c975aa" providerId="LiveId" clId="{906AEB1D-089E-4CDC-B517-55C63EFD7E63}" dt="2026-09-18T11:43:27.187" v="646" actId="1076"/>
        <pc:sldMkLst>
          <pc:docMk/>
          <pc:sldMk cId="1116475011" sldId="413"/>
        </pc:sldMkLst>
        <pc:spChg chg="mod">
          <ac:chgData name="Ankita Vaghela" userId="f3ec9f7a82c975aa" providerId="LiveId" clId="{906AEB1D-089E-4CDC-B517-55C63EFD7E63}" dt="2026-09-18T11:43:27.187" v="646" actId="1076"/>
          <ac:spMkLst>
            <pc:docMk/>
            <pc:sldMk cId="1116475011" sldId="413"/>
            <ac:spMk id="2" creationId="{960B6D19-29B1-A091-DAC3-991C81FFB2FD}"/>
          </ac:spMkLst>
        </pc:spChg>
        <pc:spChg chg="mod">
          <ac:chgData name="Ankita Vaghela" userId="f3ec9f7a82c975aa" providerId="LiveId" clId="{906AEB1D-089E-4CDC-B517-55C63EFD7E63}" dt="2026-09-18T11:43:02.306" v="643" actId="255"/>
          <ac:spMkLst>
            <pc:docMk/>
            <pc:sldMk cId="1116475011" sldId="413"/>
            <ac:spMk id="3" creationId="{1BD0B5DC-E5E0-1CE7-A723-B9333B0C09D4}"/>
          </ac:spMkLst>
        </pc:spChg>
      </pc:sldChg>
      <pc:sldChg chg="addSp delSp modSp new mod">
        <pc:chgData name="Ankita Vaghela" userId="f3ec9f7a82c975aa" providerId="LiveId" clId="{906AEB1D-089E-4CDC-B517-55C63EFD7E63}" dt="2026-09-18T11:50:08.756" v="798" actId="207"/>
        <pc:sldMkLst>
          <pc:docMk/>
          <pc:sldMk cId="1746321711" sldId="414"/>
        </pc:sldMkLst>
        <pc:spChg chg="mod">
          <ac:chgData name="Ankita Vaghela" userId="f3ec9f7a82c975aa" providerId="LiveId" clId="{906AEB1D-089E-4CDC-B517-55C63EFD7E63}" dt="2026-09-18T11:50:08.756" v="798" actId="207"/>
          <ac:spMkLst>
            <pc:docMk/>
            <pc:sldMk cId="1746321711" sldId="414"/>
            <ac:spMk id="2" creationId="{011C4DC4-2558-B438-DFF3-0D58B4F59041}"/>
          </ac:spMkLst>
        </pc:spChg>
        <pc:spChg chg="del">
          <ac:chgData name="Ankita Vaghela" userId="f3ec9f7a82c975aa" providerId="LiveId" clId="{906AEB1D-089E-4CDC-B517-55C63EFD7E63}" dt="2026-09-18T11:45:13.736" v="648" actId="478"/>
          <ac:spMkLst>
            <pc:docMk/>
            <pc:sldMk cId="1746321711" sldId="414"/>
            <ac:spMk id="3" creationId="{9A7EBF9C-35BA-3669-D476-D6A91F13E320}"/>
          </ac:spMkLst>
        </pc:spChg>
        <pc:spChg chg="add mod">
          <ac:chgData name="Ankita Vaghela" userId="f3ec9f7a82c975aa" providerId="LiveId" clId="{906AEB1D-089E-4CDC-B517-55C63EFD7E63}" dt="2026-09-18T11:49:53.334" v="795" actId="207"/>
          <ac:spMkLst>
            <pc:docMk/>
            <pc:sldMk cId="1746321711" sldId="414"/>
            <ac:spMk id="8" creationId="{DE5AF8CC-2FCC-E2A8-1DCA-A3F67DE2F59F}"/>
          </ac:spMkLst>
        </pc:spChg>
        <pc:picChg chg="add mod">
          <ac:chgData name="Ankita Vaghela" userId="f3ec9f7a82c975aa" providerId="LiveId" clId="{906AEB1D-089E-4CDC-B517-55C63EFD7E63}" dt="2026-09-18T11:47:31.863" v="698" actId="1076"/>
          <ac:picMkLst>
            <pc:docMk/>
            <pc:sldMk cId="1746321711" sldId="414"/>
            <ac:picMk id="5" creationId="{AD242216-B2EC-92A1-52DE-FE13F57CEAB1}"/>
          </ac:picMkLst>
        </pc:picChg>
        <pc:picChg chg="add mod">
          <ac:chgData name="Ankita Vaghela" userId="f3ec9f7a82c975aa" providerId="LiveId" clId="{906AEB1D-089E-4CDC-B517-55C63EFD7E63}" dt="2026-09-18T11:47:46.266" v="702" actId="14100"/>
          <ac:picMkLst>
            <pc:docMk/>
            <pc:sldMk cId="1746321711" sldId="414"/>
            <ac:picMk id="7" creationId="{F02874B0-5898-62CE-3514-4CDEBAF6918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2D9F-4BB4-7332-7869-8AE14658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FF09E-D728-07F9-26ED-09BD319B6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71632-BE19-061B-92FD-13F0B7481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2FA2B-EB94-48D4-C057-DB4070588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011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8097D-5AE5-C962-FC4B-F4AF2C66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5F65C-3B32-6A12-BD11-72E8E5475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FBA6B-3EE3-6695-57FA-206545AA0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38B94-AA64-ACC1-AD95-253F34A7D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48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av71292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av71292-bot" TargetMode="External"/><Relationship Id="rId4" Type="http://schemas.openxmlformats.org/officeDocument/2006/relationships/hyperlink" Target="http://www.linkedin.com/in/ankita-vaghela-01849839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664" y="561473"/>
            <a:ext cx="9288378" cy="1395664"/>
          </a:xfrm>
        </p:spPr>
        <p:txBody>
          <a:bodyPr/>
          <a:lstStyle/>
          <a:p>
            <a:pPr algn="ctr"/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Across Multiple Retail Stores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B6D99-CE2B-B307-19C4-3AEDDF5429AE}"/>
              </a:ext>
            </a:extLst>
          </p:cNvPr>
          <p:cNvSpPr txBox="1"/>
          <p:nvPr/>
        </p:nvSpPr>
        <p:spPr>
          <a:xfrm>
            <a:off x="5446294" y="5350042"/>
            <a:ext cx="68339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Ankita Vaghela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4F26D-CBC4-58D1-430F-306EAA669854}"/>
              </a:ext>
            </a:extLst>
          </p:cNvPr>
          <p:cNvSpPr txBox="1"/>
          <p:nvPr/>
        </p:nvSpPr>
        <p:spPr>
          <a:xfrm>
            <a:off x="3569369" y="2525176"/>
            <a:ext cx="849429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Goal:--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 daily store sales and estimated customer count using Deep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Model:--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Short-Term Memory (LSTM) for time-series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Tools:-- 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Python, TensorFlow/</a:t>
            </a:r>
            <a:r>
              <a:rPr lang="en-US" sz="1600" b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MLflow, and Streamlit.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1002631"/>
            <a:ext cx="6787747" cy="772426"/>
          </a:xfrm>
        </p:spPr>
        <p:txBody>
          <a:bodyPr/>
          <a:lstStyle/>
          <a:p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  <a:endParaRPr lang="en-US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53916"/>
            <a:ext cx="7245517" cy="4403558"/>
          </a:xfrm>
        </p:spPr>
        <p:txBody>
          <a:bodyPr tIns="457200">
            <a:noAutofit/>
          </a:bodyPr>
          <a:lstStyle/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Preprocessing &amp; Scaling:-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Cleaned historical store data and applied StandardScaler to normalize feature inputs.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Exploratory Data Analysis (EDA):-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Analyzed key drivers of store revenue including active promotions, weekdays, and holiday impacts.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 Model Training:-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Developed and trained a multi-layer LSTM neural network to capture temporal patterns.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 Tracking (MLflow):-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Logged training metrics, parameters, and saved core artifacts (</a:t>
            </a:r>
            <a:r>
              <a:rPr lang="en-US" sz="1600" b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lstm_model.keras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scalers) for version control.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 App Deployment:- 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an interactive web dashboard (app.py) featuring intuitive Yes/No inputs, prediction charts, and CSV report downloads.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A0737D-5617-1059-269E-10F283376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73" y="1315453"/>
            <a:ext cx="10916653" cy="31121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2EC266-2AEF-860B-777A-A814429D2C48}"/>
              </a:ext>
            </a:extLst>
          </p:cNvPr>
          <p:cNvSpPr txBox="1"/>
          <p:nvPr/>
        </p:nvSpPr>
        <p:spPr>
          <a:xfrm>
            <a:off x="1700462" y="336884"/>
            <a:ext cx="8791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&amp; Customer distribution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Amalysis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62A590-3DE8-3D06-12E1-48E571A7CE1F}"/>
              </a:ext>
            </a:extLst>
          </p:cNvPr>
          <p:cNvSpPr txBox="1"/>
          <p:nvPr/>
        </p:nvSpPr>
        <p:spPr>
          <a:xfrm>
            <a:off x="433136" y="4611231"/>
            <a:ext cx="109166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📈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sales cluster around 5k–7k, with a few high-performing stores (~14k).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revenue distribution skewed toward top-performing locations.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Majority of stores see 400–800 daily customers, following a sales-like pattern.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Confirms a strong direct correlation between footfall and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💵 Sales per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Peaks near 10, meaning average spend per customer is highly consistent.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tail reveals premium spenders—ideal targets for personalized marketing.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66D3-4C77-3239-81BA-2ACDE1DA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is a series of count plots showing the distribution of different categories such as StoreType, StateHoliday, and DayOfWeek, with counts ranging from 0 to 800,000.&#10;&#10;AI-generated content may be incorrect.">
            <a:extLst>
              <a:ext uri="{FF2B5EF4-FFF2-40B4-BE49-F238E27FC236}">
                <a16:creationId xmlns:a16="http://schemas.microsoft.com/office/drawing/2014/main" id="{49691C97-FA9E-059A-F540-26EAE4BA3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211" y="1395663"/>
            <a:ext cx="6336632" cy="51976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CAFFB5-F6B7-F48B-87AD-08C54C444006}"/>
              </a:ext>
            </a:extLst>
          </p:cNvPr>
          <p:cNvSpPr txBox="1"/>
          <p:nvPr/>
        </p:nvSpPr>
        <p:spPr>
          <a:xfrm>
            <a:off x="1283368" y="360947"/>
            <a:ext cx="9400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 Distribution Insights</a:t>
            </a:r>
            <a:endParaRPr lang="en-IN" sz="4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4CB45-3DEA-716E-4679-AA92FAD2D04D}"/>
              </a:ext>
            </a:extLst>
          </p:cNvPr>
          <p:cNvSpPr txBox="1"/>
          <p:nvPr/>
        </p:nvSpPr>
        <p:spPr>
          <a:xfrm>
            <a:off x="320060" y="1475875"/>
            <a:ext cx="499789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IN" sz="1400" b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StoreType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store_A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dominates the dataset, followed by </a:t>
            </a:r>
            <a:r>
              <a:rPr lang="en-IN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store_D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store_C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store_B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very few records -may represent a niche or newly added store type.</a:t>
            </a:r>
          </a:p>
          <a:p>
            <a:r>
              <a:rPr lang="en-IN" sz="14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Assortment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assortments are common, while </a:t>
            </a: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rare.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most stores offer limited product variety.</a:t>
            </a:r>
          </a:p>
          <a:p>
            <a:r>
              <a:rPr lang="en-IN" sz="14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N" sz="1400" b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StateHoliday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Majority entries fall under </a:t>
            </a: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Holiday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Holidays like </a:t>
            </a: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Easter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Christmas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occur rarely — minimal seasonal bias.</a:t>
            </a:r>
          </a:p>
          <a:p>
            <a:r>
              <a:rPr lang="en-IN" sz="14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IN" sz="1400" b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DayOfWeek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are nearly equal across all days (1–7).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Suggests balanced data collection — no missing weekday patterns.</a:t>
            </a:r>
          </a:p>
          <a:p>
            <a:r>
              <a:rPr lang="en-IN" sz="14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IN" sz="1400" b="1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SchoolHoliday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days are </a:t>
            </a: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non-school holidays (0)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Fewer </a:t>
            </a:r>
            <a:r>
              <a:rPr lang="en-IN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holidays (1)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could slightly affect store traffic.</a:t>
            </a:r>
          </a:p>
          <a:p>
            <a:r>
              <a:rPr lang="en-IN" sz="14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Promo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records without promotions (0) than with (1).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promotions are occasional, not continuous.</a:t>
            </a:r>
          </a:p>
          <a:p>
            <a:pPr lvl="0"/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52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7472-FAE0-EA2B-5A19-C5DF2883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line chart comparing average sales figures across different time periods: weekdays, weekends, month start, month end, and quarters, showing sales trends over time.&#10;&#10;AI-generated content may be incorrect.">
            <a:extLst>
              <a:ext uri="{FF2B5EF4-FFF2-40B4-BE49-F238E27FC236}">
                <a16:creationId xmlns:a16="http://schemas.microsoft.com/office/drawing/2014/main" id="{C09CE360-F14D-4127-5F39-14E01B4A9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289" y="1460662"/>
            <a:ext cx="6881169" cy="5054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3A6A0C-48E1-2B8B-1AD4-4246E85A8F73}"/>
              </a:ext>
            </a:extLst>
          </p:cNvPr>
          <p:cNvSpPr txBox="1"/>
          <p:nvPr/>
        </p:nvSpPr>
        <p:spPr>
          <a:xfrm>
            <a:off x="2422357" y="272716"/>
            <a:ext cx="70472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Time-Based Sales Insights</a:t>
            </a:r>
            <a:endParaRPr lang="en-IN" sz="4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F511D-59E8-DA88-7697-B60E0C0DE01B}"/>
              </a:ext>
            </a:extLst>
          </p:cNvPr>
          <p:cNvSpPr txBox="1"/>
          <p:nvPr/>
        </p:nvSpPr>
        <p:spPr>
          <a:xfrm>
            <a:off x="417542" y="1308262"/>
            <a:ext cx="447574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Weekday vs Weekend</a:t>
            </a:r>
            <a:endParaRPr lang="en-IN" sz="1400" b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Average sales are </a:t>
            </a:r>
            <a:r>
              <a:rPr lang="en-I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much higher on weekdays (~7000)</a:t>
            </a: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than weekends (~3000).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Indicates stronger business activity during working days.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400" b="1" dirty="0">
                <a:solidFill>
                  <a:schemeClr val="accent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Month Period (Start–Mid–End)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Sales are </a:t>
            </a:r>
            <a:r>
              <a:rPr lang="en-I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slightly higher at the start and mid of the month</a:t>
            </a: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with a small drop at the end.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Suggests early-month spending patterns.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400" b="1" dirty="0">
                <a:solidFill>
                  <a:schemeClr val="accent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Quarterly Trend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Sales show a </a:t>
            </a:r>
            <a:r>
              <a:rPr lang="en-I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gradual rise from Q1 to Q4</a:t>
            </a: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peaking in Q4 (~6000).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Reflects possible year-end shopping or festive season boost.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400" b="1" dirty="0">
                <a:solidFill>
                  <a:schemeClr val="accent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Month Start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Lower average sales at </a:t>
            </a:r>
            <a:r>
              <a:rPr lang="en-I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month start (~4600)</a:t>
            </a: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compared to other days (~5800).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Could indicate delayed purchasing after salary or budget cycles.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IN" sz="1400" b="1" dirty="0">
                <a:solidFill>
                  <a:schemeClr val="accent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Month End</a:t>
            </a:r>
            <a:endParaRPr lang="en-IN" sz="14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Higher sales at month end (~6500)</a:t>
            </a: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than mid-month (~5500).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Suggests customers tend to shop more before month closure — possibly salary or discount-driven.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405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28863"/>
            <a:ext cx="10972800" cy="1427748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E0EDB9DB-BEA3-C4D1-3778-042C97688DB3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003473747"/>
              </p:ext>
            </p:extLst>
          </p:nvPr>
        </p:nvGraphicFramePr>
        <p:xfrm>
          <a:off x="594360" y="2468879"/>
          <a:ext cx="10972800" cy="219883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798545">
                  <a:extLst>
                    <a:ext uri="{9D8B030D-6E8A-4147-A177-3AD203B41FA5}">
                      <a16:colId xmlns:a16="http://schemas.microsoft.com/office/drawing/2014/main" val="2548317425"/>
                    </a:ext>
                  </a:extLst>
                </a:gridCol>
                <a:gridCol w="2687855">
                  <a:extLst>
                    <a:ext uri="{9D8B030D-6E8A-4147-A177-3AD203B41FA5}">
                      <a16:colId xmlns:a16="http://schemas.microsoft.com/office/drawing/2014/main" val="421927764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018273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48502978"/>
                    </a:ext>
                  </a:extLst>
                </a:gridCol>
              </a:tblGrid>
              <a:tr h="366982"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Model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Evaluation Metric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Verdict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456904"/>
                  </a:ext>
                </a:extLst>
              </a:tr>
              <a:tr h="917456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Random Forest Regressor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RMSPE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~37.82%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Strong baseline for tabular feature relationships. 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41613"/>
                  </a:ext>
                </a:extLst>
              </a:tr>
              <a:tr h="642219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Sequence LSTM (Time Steps = 7)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RMSPE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33.35%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Best Performing Model</a:t>
                      </a:r>
                      <a:r>
                        <a:rPr lang="en-IN" sz="18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, captures sequential 7-day trends.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24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6D19-29B1-A091-DAC3-991C81FFB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000" y="2164081"/>
            <a:ext cx="6680735" cy="1264919"/>
          </a:xfrm>
        </p:spPr>
        <p:txBody>
          <a:bodyPr/>
          <a:lstStyle/>
          <a:p>
            <a:r>
              <a:rPr lang="en-US" sz="4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 Deployment &amp; Real-Time Predictions</a:t>
            </a:r>
            <a:endParaRPr lang="en-IN" sz="4000" dirty="0">
              <a:solidFill>
                <a:schemeClr val="accent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0B5DC-E5E0-1CE7-A723-B9333B0C09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453" y="4148499"/>
            <a:ext cx="8831178" cy="254908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User Interface (app.py):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Designed a clean UI with simple Yes/No inputs for promo and holiday selections. 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Automatically handles feature scaling and input array shaping for model readiness.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Outputs &amp; Features: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• Displays Instant Predicted Sales Revenue ($) and Estimated Customer Footfall.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• Features dynamic visual charts for real-time trend interpretation.  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• Includes a one-click CSV report download option for generated forecasts.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Value: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• Helps store managers plan inventory stocking and optimize staff schedules ahead of peak demand days.</a:t>
            </a:r>
            <a:endParaRPr lang="en-IN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75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4DC4-2558-B438-DFF3-0D58B4F5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Streamlit Web Dashboard Demo</a:t>
            </a:r>
            <a:endParaRPr lang="en-IN" dirty="0">
              <a:solidFill>
                <a:schemeClr val="accent5"/>
              </a:solidFill>
            </a:endParaRPr>
          </a:p>
        </p:txBody>
      </p:sp>
      <p:pic>
        <p:nvPicPr>
          <p:cNvPr id="5" name="Picture 4" descr="The image displays a Rossmann Store Sales and Customer Dashboard interface, with fields for entering store details, and toggles for promo activity, school holidays, and state holidays, to predict daily sales and customer footfall.&#10;&#10;AI-generated content may be incorrect.">
            <a:extLst>
              <a:ext uri="{FF2B5EF4-FFF2-40B4-BE49-F238E27FC236}">
                <a16:creationId xmlns:a16="http://schemas.microsoft.com/office/drawing/2014/main" id="{AD242216-B2EC-92A1-52DE-FE13F57CE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81" y="2342870"/>
            <a:ext cx="5707586" cy="3865136"/>
          </a:xfrm>
          <a:prstGeom prst="rect">
            <a:avLst/>
          </a:prstGeom>
        </p:spPr>
      </p:pic>
      <p:pic>
        <p:nvPicPr>
          <p:cNvPr id="7" name="Picture 6" descr="The image displays a data visualization with a predicted sales figure of $5,751.93 and a customer count forecast of 605.&#10;&#10;AI-generated content may be incorrect.">
            <a:extLst>
              <a:ext uri="{FF2B5EF4-FFF2-40B4-BE49-F238E27FC236}">
                <a16:creationId xmlns:a16="http://schemas.microsoft.com/office/drawing/2014/main" id="{F02874B0-5898-62CE-3514-4CDEBAF69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97" y="2342870"/>
            <a:ext cx="5627680" cy="3865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5AF8CC-2FCC-E2A8-1DCA-A3F67DE2F59F}"/>
              </a:ext>
            </a:extLst>
          </p:cNvPr>
          <p:cNvSpPr txBox="1"/>
          <p:nvPr/>
        </p:nvSpPr>
        <p:spPr>
          <a:xfrm>
            <a:off x="2324911" y="6408819"/>
            <a:ext cx="778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showing real-time sales prediction and customer estimation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321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108393"/>
            <a:ext cx="8276924" cy="256512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Rockwell (Body)"/>
                <a:cs typeface="Times New Roman" panose="02020603050405020304" pitchFamily="18" charset="0"/>
              </a:rPr>
              <a:t>Name: </a:t>
            </a:r>
            <a:r>
              <a:rPr lang="en-US" dirty="0">
                <a:solidFill>
                  <a:schemeClr val="accent3"/>
                </a:solidFill>
                <a:latin typeface="Rockwell (Body)"/>
                <a:cs typeface="Times New Roman" panose="02020603050405020304" pitchFamily="18" charset="0"/>
              </a:rPr>
              <a:t>Ankita Vaghela</a:t>
            </a:r>
          </a:p>
          <a:p>
            <a:r>
              <a:rPr lang="en-US" dirty="0">
                <a:solidFill>
                  <a:schemeClr val="tx2"/>
                </a:solidFill>
                <a:latin typeface="Rockwell (Body)"/>
                <a:cs typeface="Times New Roman" panose="02020603050405020304" pitchFamily="18" charset="0"/>
              </a:rPr>
              <a:t>Email: </a:t>
            </a:r>
            <a:r>
              <a:rPr lang="en-US" dirty="0">
                <a:solidFill>
                  <a:schemeClr val="accent3"/>
                </a:solidFill>
                <a:latin typeface="Rockwell (Body)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av71292@gmail.com</a:t>
            </a:r>
            <a:endParaRPr lang="en-US" dirty="0">
              <a:solidFill>
                <a:schemeClr val="accent3"/>
              </a:solidFill>
              <a:latin typeface="Rockwell (Body)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Rockwell (Body)"/>
                <a:cs typeface="Times New Roman" panose="02020603050405020304" pitchFamily="18" charset="0"/>
              </a:rPr>
              <a:t>LinkedIn: 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Rockwell (Body)"/>
                <a:cs typeface="Times New Roman" panose="02020603050405020304" pitchFamily="18" charset="0"/>
                <a:hlinkClick r:id="rId4"/>
              </a:rPr>
              <a:t>www.linkedin.com/in/ankita-vaghela-018498392</a:t>
            </a:r>
            <a:endParaRPr lang="en-IN" dirty="0">
              <a:solidFill>
                <a:schemeClr val="bg2">
                  <a:lumMod val="50000"/>
                </a:schemeClr>
              </a:solidFill>
              <a:latin typeface="Rockwell (Body)"/>
              <a:cs typeface="Times New Roman" panose="02020603050405020304" pitchFamily="18" charset="0"/>
            </a:endParaRPr>
          </a:p>
          <a:p>
            <a:r>
              <a:rPr lang="en-IN" dirty="0" err="1">
                <a:solidFill>
                  <a:schemeClr val="tx2"/>
                </a:solidFill>
                <a:latin typeface="Rockwell (Body)"/>
                <a:cs typeface="Times New Roman" panose="02020603050405020304" pitchFamily="18" charset="0"/>
              </a:rPr>
              <a:t>Github</a:t>
            </a:r>
            <a:r>
              <a:rPr lang="en-IN" dirty="0">
                <a:solidFill>
                  <a:schemeClr val="tx2"/>
                </a:solidFill>
                <a:latin typeface="Rockwell (Body)"/>
                <a:cs typeface="Times New Roman" panose="02020603050405020304" pitchFamily="18" charset="0"/>
              </a:rPr>
              <a:t> Link:  </a:t>
            </a:r>
            <a:r>
              <a:rPr lang="en-IN" dirty="0">
                <a:solidFill>
                  <a:srgbClr val="4495A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en-IN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av71292-bot</a:t>
            </a:r>
            <a:endParaRPr lang="en-IN" dirty="0">
              <a:solidFill>
                <a:schemeClr val="accent3"/>
              </a:solidFill>
            </a:endParaRPr>
          </a:p>
          <a:p>
            <a:endParaRPr lang="en-IN" dirty="0">
              <a:solidFill>
                <a:schemeClr val="bg2">
                  <a:lumMod val="50000"/>
                </a:schemeClr>
              </a:solidFill>
              <a:latin typeface="Rockwell (Body)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108</TotalTime>
  <Words>777</Words>
  <Application>Microsoft Office PowerPoint</Application>
  <PresentationFormat>Widescreen</PresentationFormat>
  <Paragraphs>94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Franklin Gothic Book</vt:lpstr>
      <vt:lpstr>Franklin Gothic Demi</vt:lpstr>
      <vt:lpstr>Rockwell (Body)</vt:lpstr>
      <vt:lpstr>Times New Roman</vt:lpstr>
      <vt:lpstr>Wingdings</vt:lpstr>
      <vt:lpstr>Custom</vt:lpstr>
      <vt:lpstr>  Sales Forecasting Across Multiple Retail Stores </vt:lpstr>
      <vt:lpstr>Project Workflow</vt:lpstr>
      <vt:lpstr>PowerPoint Presentation</vt:lpstr>
      <vt:lpstr>PowerPoint Presentation</vt:lpstr>
      <vt:lpstr>PowerPoint Presentation</vt:lpstr>
      <vt:lpstr> Model Performance Comparison </vt:lpstr>
      <vt:lpstr>Streamlit Deployment &amp; Real-Time Predictions</vt:lpstr>
      <vt:lpstr>Streamlit Web Dashboard 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Vaghela</dc:creator>
  <cp:lastModifiedBy>Ankita Vaghela</cp:lastModifiedBy>
  <cp:revision>1</cp:revision>
  <dcterms:created xsi:type="dcterms:W3CDTF">2026-09-18T10:13:51Z</dcterms:created>
  <dcterms:modified xsi:type="dcterms:W3CDTF">2026-09-18T12:02:26Z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